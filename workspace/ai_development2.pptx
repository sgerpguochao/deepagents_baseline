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Vibe Coding 前沿技术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0A8E0"/>
                </a:solidFill>
              </a:defRPr>
            </a:pPr>
            <a:r>
              <a:t>AI驱动的开发新范式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4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里程碑一：自然语言编程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通过自然语言描述需求，AI自动生成代码</a:t>
            </a:r>
          </a:p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突破传统编程语法限制，降低开发门槛</a:t>
            </a:r>
          </a:p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代表产品：GitHub Copilot, Claude Code</a:t>
            </a:r>
          </a:p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实现"说出需求，即得代码"的开发体验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4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里程碑二：智能代码补全与重构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AI实时理解代码上下文，提供精准补全</a:t>
            </a:r>
          </a:p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自动识别代码异味，提供优化建议</a:t>
            </a:r>
          </a:p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支持全项目级别的代码重构与分析</a:t>
            </a:r>
          </a:p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将重复性工作交给AI，开发者专注创造性工作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82880"/>
            <a:ext cx="731520" cy="731520"/>
          </a:xfrm>
          <a:prstGeom prst="ellipse">
            <a:avLst/>
          </a:prstGeom>
          <a:solidFill>
            <a:srgbClr val="4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里程碑三：端到端AI开发助手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从需求分析到测试部署的全流程AI辅助</a:t>
            </a:r>
          </a:p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多模态交互：语音、图像、代码混合输入</a:t>
            </a:r>
          </a:p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自主决策与执行复杂开发任务</a:t>
            </a:r>
          </a:p>
          <a:p>
            <a:pPr>
              <a:spcAft>
                <a:spcPts val="1800"/>
              </a:spcAft>
              <a:defRPr sz="2200">
                <a:solidFill>
                  <a:srgbClr val="0A2463"/>
                </a:solidFill>
              </a:defRPr>
            </a:pPr>
            <a:r>
              <a:t>• 人机协作模式：从"我写代码"到"我指导AI写代码"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4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总结：Vibe Coding 的未来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560320"/>
            <a:ext cx="3017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0A8E0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657600"/>
            <a:ext cx="2651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A2463"/>
                </a:solidFill>
              </a:defRPr>
            </a:pPr>
            <a:r>
              <a:t>自然语言</a:t>
            </a:r>
            <a:br/>
            <a:r>
              <a:t>编程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2560320"/>
            <a:ext cx="3017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0A8E0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657600"/>
            <a:ext cx="2651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A2463"/>
                </a:solidFill>
              </a:defRPr>
            </a:pPr>
            <a:r>
              <a:t>智能</a:t>
            </a:r>
            <a:br/>
            <a:r>
              <a:t>协作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560320"/>
            <a:ext cx="3017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743200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0A8E0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3657600"/>
            <a:ext cx="2651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A2463"/>
                </a:solidFill>
              </a:defRPr>
            </a:pPr>
            <a:r>
              <a:t>全流程</a:t>
            </a:r>
            <a:br/>
            <a:r>
              <a:t>自动化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